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88D64-3A39-BED1-F2A1-F94A2F49A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D4673-C5D3-F2BB-F969-DB816C6CC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6F4EE5-5097-9D67-6BCA-C295C90B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EB5EC1-0E4E-5C67-011D-79F0956C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55A97-AE86-FA6B-429D-08F34733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9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EE24C-CBCE-2A3D-4A1E-D1F992D6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064C0-CC4A-0A36-3AB8-3EA113D4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DD59D6-10DA-02DF-5D89-BC35B9AF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71D030-4BBA-0E6A-61E2-A167D8BD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62B34E-3C06-59C6-EAA8-A232E723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4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31E4A-186F-68CE-0FA4-4656ED403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BAB548-9A2D-EB45-6BA4-718EB8F52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E80CF8-25E2-A2F6-A71D-A68A49D7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43833-F827-7265-A053-E554A680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34D458-102B-7F92-7B9E-40C62311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A768E-F290-FFD1-C67A-3905F75E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4CABB7-3F46-3FD4-BAB1-BA4EE20CC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30DD7C-9A5C-F223-1065-E1E1A76FA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3D2AD4-5899-72DE-8EF3-3FFB16B1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DB080B-FF3D-27FF-AE08-8EF31EF0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424F5A-3C2D-33E7-9C40-82081EFA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9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CE731-8EF0-3060-CEC3-2CD6A58C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5B2838-66C8-2BA2-9338-E21A55C74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D4A8EC-3572-F445-F853-8C6E6DCD6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E0AE44-B120-CD39-E703-C021F348D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EC9783-A711-1C9C-394C-66D2380FC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66D18B0-B922-12CE-00B3-F858F5A0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99DC6D-88D0-4A85-77A9-0FFC3D62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A86454-C21B-2BF5-79F1-C4FFAF13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6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EE509-460E-C50E-BDCD-C2AA0D54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0CF56B-5006-80AD-73D2-78CBC9A4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E229C1-F901-9599-8046-3CD7C03B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88D29F-9B01-3C58-19F7-7DAD8F66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9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856CDCB-F1D3-BA5F-6358-D20DFA7A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EAAF9A-981F-A738-8761-887D581B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33CE8C-2CBD-DED6-102A-7B888D2F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C05FD-F076-14B8-D48E-602C1B60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685FB-117E-8D2C-943C-B834BF4F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A4A6F5-5D57-0494-CBCE-AE699FC04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1AF1E4-9010-F4CA-C569-0EC3BE3C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0811C7-D3D8-407C-1D95-B58C917AE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B2CE84-72A9-9267-FB8B-25781587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9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59AB8-D238-5A4E-A8B1-74645E22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C779948-9865-6B55-88FB-255204593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A3AC67-61F6-3C11-690D-AD416EB5A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0C5B85-DD9E-B791-993D-8B192D95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3E640F-D773-A374-3EAE-A9D31CE0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D7753F-605D-5332-779E-59D6D147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7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3CADF-371F-FA78-B8C7-2BB060CA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889F3E-48E8-48E7-F443-A6C63EA9B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A5EF63-9D12-F78E-90B1-77F682D2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354EB7-BCDF-2F61-B8AD-6A5BEDC3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B45D46-4768-B6B2-4E6E-61F93FBD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2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575D72-68AC-B992-029C-00320E117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01119A-5C00-2D4C-C32D-B426A9F71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6DDA9D-053E-CB09-93AB-BC51AD15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9EE33-A3D6-1864-6004-5172ADB7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40C2A-3BF7-1BFF-B0ED-A755DAB4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0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16E67-1EB5-288B-5B30-3138BAD6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B16F36-B9B0-173E-F3A7-1D28A3534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23B0DF-35E7-09F0-9FFA-2704B2283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EF979-8820-4BDB-9C88-DC0F1055D84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1C16C6-F3CD-611F-7562-35DF9D67B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B5A12-CA37-5297-A3BE-9FA0EA520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0E450-CE6A-4B1F-AFE2-0068611CE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4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C5D65-BB5D-18BB-4D4D-234CE9344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1938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Messenger – безопасный мессенджер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33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03440-B69B-8E81-D7F5-592A929E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F22801-E6B4-AE20-E40B-A905046D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популярных мессенджеров заблокированы или работают нестабильно в РФ. Пользователи вынуждены использовать VPN, прокси или довольствоваться единственным работающим мессенджером. Это создаёт: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неудобства (нужно каждый раз включать обход),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утечки данных (бесплатные VPN часто небезопасны),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одного сервиса (нет выбора).</a:t>
            </a:r>
          </a:p>
        </p:txBody>
      </p:sp>
    </p:spTree>
    <p:extLst>
      <p:ext uri="{BB962C8B-B14F-4D97-AF65-F5344CB8AC3E}">
        <p14:creationId xmlns:p14="http://schemas.microsoft.com/office/powerpoint/2010/main" val="294352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EF4D9-B657-B3BC-2CC6-5AEF5C90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5EC5E7-A32B-1290-08F7-0D2A22E31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Messenger – лёгкий веб-мессенджер, который: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 на территории РФ без VPN и прокси (прямое подключение).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общаться без блокировок уже сейчас.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 даёт удобные функции: сохранение сообщений в избранное, 6 цветовых тем, пересылка, ответ на сообщение, поиск по контактам.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Бесплатный и не требует установки (работает в браузере).</a:t>
            </a:r>
          </a:p>
        </p:txBody>
      </p:sp>
    </p:spTree>
    <p:extLst>
      <p:ext uri="{BB962C8B-B14F-4D97-AF65-F5344CB8AC3E}">
        <p14:creationId xmlns:p14="http://schemas.microsoft.com/office/powerpoint/2010/main" val="200128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12DA4-23A5-C484-6CE4-67455AAA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AE7BC-81AB-9D7A-FA31-EC5A000E6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проведён опрос среди 172 человек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сталкивались с блокировками мессенджеров и хотели бы иметь надёжную альтернативу.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78% не нравится использовать VPN для общения (медленно, не всегда стабильно).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65% хотели бы менять тему интерфейса.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аудитория ждёт рабочий без обходов мессенджер с современным набором 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16172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45ED9-A91C-A76C-A8CE-F1B888BE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Уникальность проекта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35E9E-A992-1919-5038-1BD04F0DA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требует обхода блокировок – главное отличие от Telegram,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Viber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Встроенное избранное с быстрым переходом в исходный чат – аналог «сохранённых сообщений».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дизайн – удобно и на ПК, и на телефоне.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404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219</Words>
  <Application>Microsoft Office PowerPoint</Application>
  <PresentationFormat>Широкоэкранный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Z Messenger – безопасный мессенджер</vt:lpstr>
      <vt:lpstr>Проблема:</vt:lpstr>
      <vt:lpstr>Решение</vt:lpstr>
      <vt:lpstr>Исследование</vt:lpstr>
      <vt:lpstr>Уникальность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 Shametko</dc:creator>
  <cp:lastModifiedBy>Danil Shametko</cp:lastModifiedBy>
  <cp:revision>3</cp:revision>
  <dcterms:created xsi:type="dcterms:W3CDTF">2026-05-28T03:20:38Z</dcterms:created>
  <dcterms:modified xsi:type="dcterms:W3CDTF">2026-05-28T07:04:11Z</dcterms:modified>
</cp:coreProperties>
</file>