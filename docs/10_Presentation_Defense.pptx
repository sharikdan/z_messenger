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1F5A25-15AF-6FDF-04B6-480B0A9CD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E7B5C78-5682-2C88-B607-FFA49339F6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5181C7-DA9C-7050-C550-79824FF68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FB55-7B9C-4968-B8CC-57715F650E1A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8A565E-52A7-EEC3-86F9-11137C064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D59DCE-8C06-6072-3019-D4467E3EF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584C5-D32E-4137-B2FF-856633077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002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D9BA59-65A3-2B0F-F741-0DA08015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F5D87-E116-50C3-9E18-3BBC973AE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17D26C-1E34-5CB2-80FA-F18DBC209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FB55-7B9C-4968-B8CC-57715F650E1A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F550AD-E391-645A-1476-DB93922E4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BD1175-53E1-0253-1066-D28406648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584C5-D32E-4137-B2FF-856633077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58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2079BE-E436-1DB0-DE0B-CA2A9AF5C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73F0A5-91DA-3ED0-423A-913439141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E420F8-3E91-FE5D-2BE9-5B301B754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FB55-7B9C-4968-B8CC-57715F650E1A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EC4F49-AF98-C332-C596-FC53B6E6B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43C662-2C11-14EB-3988-72E149DD8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584C5-D32E-4137-B2FF-856633077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79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6DC63F-D6F1-5ADE-E0D1-1D2ACF03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BA92C1-E10B-78D1-AE1B-C514B16264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8808D59-E88B-617B-9EBB-9A2E0187F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EAE544-00E6-4901-E903-C956A3CA4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FB55-7B9C-4968-B8CC-57715F650E1A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D22D9C-7E08-A4BC-2BB9-A67A1DAFB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BE9D0C-65F3-44C5-B5DF-78C9946FF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584C5-D32E-4137-B2FF-856633077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365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9A5140-BCF8-1D1B-3E6C-94E12AF55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38B42D-8AFA-E11D-F5FF-FB9BAAABD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DC42660-E5AF-F5A0-1AEC-AE7B849DE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19FD510-AA4E-BD09-0984-E74616FA61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62E7F89-DB4E-2803-254B-439FA901EA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24E8C30-03C0-A4FF-E1CC-630BF919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FB55-7B9C-4968-B8CC-57715F650E1A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D0EA8D7-4030-59F0-AE19-F7FB629C3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020F837-4F4F-68AA-669F-3F8FA9A83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584C5-D32E-4137-B2FF-856633077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49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7C369B-24EF-2DE5-D863-3A6A3D44D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292EB9B-B086-26FE-C318-9974BDC32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FB55-7B9C-4968-B8CC-57715F650E1A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37AA762-23AB-A6F2-1E3B-F50C540C2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C95041B-F8AA-7655-AD6E-BDB6BA34A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584C5-D32E-4137-B2FF-856633077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684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C38C9BF-0037-5303-9B58-6EA3C75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FB55-7B9C-4968-B8CC-57715F650E1A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C9E14EE-BB70-61C3-07B0-AC40955BD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094D93-2774-3A4D-C3E7-7C8016863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584C5-D32E-4137-B2FF-856633077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66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6DD17-92CF-320A-ECAE-FFF1D1C1B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4901FA-A4A6-A716-1FDD-A78BA37FB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57D1A0F-910E-778B-AF6C-73D133D26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FB77B2-7D1B-86C5-2514-D8A3B8119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FB55-7B9C-4968-B8CC-57715F650E1A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E4C163-D875-C4DA-7D54-0A08BB498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C4B103-2C15-BAB7-7C02-C45870EF3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584C5-D32E-4137-B2FF-856633077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486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1BB8C0-0AC2-3E11-C126-04AB7195B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61A11BA-355F-73FA-FEEC-BA208A5893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06C8C9-19E5-5444-1881-E7985FB1E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AD4261-32D4-45A6-EA1E-B75D2024E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FB55-7B9C-4968-B8CC-57715F650E1A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67B4FD-CA42-FBA7-6153-788F6C568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DE15ED-4D71-F7F8-DBEA-E53CF39D3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584C5-D32E-4137-B2FF-856633077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16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8ABA2F-7D36-C92F-E5A2-B0E6D819C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E26DCC1-CBED-0B91-2370-54A6DD59C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C46733-6E1B-5092-452F-294A7BC3F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FB55-7B9C-4968-B8CC-57715F650E1A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CE372A-AC74-4DD6-2A0F-C99F54C5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EFB184-C1DE-1A80-D55F-5228055A5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584C5-D32E-4137-B2FF-856633077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2536B33-D998-7C57-5197-0326083AF8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0054EE-F227-49E0-DA9F-79E9B70B5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ADAFBE-6C0B-C279-F4A5-45081783B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FB55-7B9C-4968-B8CC-57715F650E1A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1749CE-670E-CA47-BEA8-0BE9D7E20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ADE4CD-3B92-AA60-7533-422365B9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584C5-D32E-4137-B2FF-856633077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139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EE2A15-E35F-612B-7529-3C4DA236E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B8DB60-45A2-69DB-650C-2600F418E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E06140-CE71-AD21-8762-96759922F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FFB55-7B9C-4968-B8CC-57715F650E1A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E93E1C-F4B3-83B4-BE2F-B2CA39D83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953B20-4F51-FED2-79DE-95CA84927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584C5-D32E-4137-B2FF-856633077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0BAE92-A673-7BFD-6F21-DC1EC8433F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Messenger – безопасный мессенджер для общения без блокировок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3D54022-E6D1-7851-22A6-6ADC847730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Шаметько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Д.Е., группа ИС25-02п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32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3A33CA-5A7E-4B35-B60B-6D2F9A91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50961A-8497-D632-32EA-6C789B2A0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Ситуация в РФ: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Большинство популярных мессенджеров заблокированы или работают нестабильно.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 вынуждены использовать VPN / прокси – это неудобно, медленно и часто небезопасно.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от одного сервис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Последствия: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Неудобство – каждый раз включать обход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Риски утечки данных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Отсутствие выбора</a:t>
            </a:r>
          </a:p>
        </p:txBody>
      </p:sp>
    </p:spTree>
    <p:extLst>
      <p:ext uri="{BB962C8B-B14F-4D97-AF65-F5344CB8AC3E}">
        <p14:creationId xmlns:p14="http://schemas.microsoft.com/office/powerpoint/2010/main" val="826650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83B44C-F3DA-C2EF-32CD-950D5F60A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01A63E-81D6-6FA3-D5A0-029C5CC08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Messenger – лёгкий веб-мессенджер, который: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Работает на территории РФ без VPN и прокси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Позволяет общаться без блокировок уже сейчас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Даёт удобные функции: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сообщений в избранное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цветовых тем оформления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Пересылка и ответ на сообщения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по контактам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Бесплатный и не требует установки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054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AAB7AF-A1F3-B7E6-556C-003E2EBB1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365BFB-C035-9A15-7949-787AA5693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Целевая аудитория: активные пользователи мессенджеров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Выборка: 172 человека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D01C1DF-408C-9528-EF13-66D836835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770973"/>
              </p:ext>
            </p:extLst>
          </p:nvPr>
        </p:nvGraphicFramePr>
        <p:xfrm>
          <a:off x="838200" y="2986210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8769812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661099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Показатель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778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Сталкивались с блокировками и хотят альтернативу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037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нравится использовать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VPN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565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Хотят менять тему интерфейса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383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7060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B12680-F0D8-D3AA-A2A3-1DAE272C7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Уникальность проекта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337746-80FD-D9DF-A760-CD95804C6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требует обхода блокировок – главное отличие от Telegram,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WhatsApp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Viber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др.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Адаптивный дизайн – удобно и на ПК, и на телефоне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33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C99544-AAC6-FD55-12EB-38DF1CE17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Дорожная карта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E1105F-0F9E-113A-C0F9-4575F139E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– Состав группы, исследование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– Дорожная карта, ТЗ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– Макет, репозиторий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– Разработка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– Тестирование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– Запуск и обратная связь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– Защита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Общая длительность: 20 недель (14.01 – 07.06)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11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E22C53-F15C-AB78-CC6F-DC8BBCBE8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3060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0F8944-F3AF-A3DE-65DF-3B16B868A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010" y="2348134"/>
            <a:ext cx="4182488" cy="418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64649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237</Words>
  <Application>Microsoft Office PowerPoint</Application>
  <PresentationFormat>Широкоэкранный</PresentationFormat>
  <Paragraphs>45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Times New Roman</vt:lpstr>
      <vt:lpstr>Тема Office</vt:lpstr>
      <vt:lpstr>Z Messenger – безопасный мессенджер для общения без блокировок</vt:lpstr>
      <vt:lpstr>Проблема</vt:lpstr>
      <vt:lpstr>Решение</vt:lpstr>
      <vt:lpstr>Исследование</vt:lpstr>
      <vt:lpstr>Уникальность проекта</vt:lpstr>
      <vt:lpstr>Дорожная карта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Danil Shametko</dc:creator>
  <cp:lastModifiedBy>Danil Shametko</cp:lastModifiedBy>
  <cp:revision>1</cp:revision>
  <dcterms:created xsi:type="dcterms:W3CDTF">2026-05-28T06:43:24Z</dcterms:created>
  <dcterms:modified xsi:type="dcterms:W3CDTF">2026-05-28T07:20:19Z</dcterms:modified>
</cp:coreProperties>
</file>